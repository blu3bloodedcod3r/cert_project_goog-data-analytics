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256" r:id="rId5"/>
    <p:sldId id="301" r:id="rId6"/>
    <p:sldId id="302" r:id="rId7"/>
    <p:sldId id="303" r:id="rId8"/>
    <p:sldId id="310" r:id="rId9"/>
    <p:sldId id="31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orient="horz" pos="1896" userDrawn="1">
          <p15:clr>
            <a:srgbClr val="A4A3A4"/>
          </p15:clr>
        </p15:guide>
        <p15:guide id="6" orient="horz" pos="3504" userDrawn="1">
          <p15:clr>
            <a:srgbClr val="A4A3A4"/>
          </p15:clr>
        </p15:guide>
        <p15:guide id="7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88A6"/>
    <a:srgbClr val="0909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595" autoAdjust="0"/>
  </p:normalViewPr>
  <p:slideViewPr>
    <p:cSldViewPr snapToGrid="0">
      <p:cViewPr varScale="1">
        <p:scale>
          <a:sx n="57" d="100"/>
          <a:sy n="57" d="100"/>
        </p:scale>
        <p:origin x="629" y="43"/>
      </p:cViewPr>
      <p:guideLst>
        <p:guide orient="horz" pos="1896"/>
        <p:guide orient="horz" pos="3504"/>
        <p:guide pos="3840"/>
      </p:guideLst>
    </p:cSldViewPr>
  </p:slideViewPr>
  <p:outlineViewPr>
    <p:cViewPr>
      <p:scale>
        <a:sx n="33" d="100"/>
        <a:sy n="33" d="100"/>
      </p:scale>
      <p:origin x="0" y="-2239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48" d="100"/>
          <a:sy n="48" d="100"/>
        </p:scale>
        <p:origin x="1836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commentAuthors" Target="commentAuthor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3031A82-4A00-4794-A488-59AC186D7CF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C85656-A361-4B32-99B1-66591145F7D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14AEED-FF0D-4512-BD5F-9F077F06D9A7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AFD4F-E871-421C-96C6-CCFAA872CB3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FE0EF6-A335-4727-9E75-458707395EE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C8AB8-F519-4C44-A217-B2548CA6E52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409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AF9B45-E22A-4A9C-91D5-81685A72A6FA}" type="datetimeFigureOut">
              <a:rPr lang="en-US" smtClean="0"/>
              <a:t>9/30/2026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03549-A82F-409E-AD53-534267A0E10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649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303549-A82F-409E-AD53-534267A0E10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3412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379641C-8260-44A4-9F71-E216C07A38B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416742 h 6858000"/>
              <a:gd name="connsiteX5" fmla="*/ 9142476 w 12188952"/>
              <a:gd name="connsiteY5" fmla="*/ 4416742 h 6858000"/>
              <a:gd name="connsiteX6" fmla="*/ 9142476 w 12188952"/>
              <a:gd name="connsiteY6" fmla="*/ 4188142 h 6858000"/>
              <a:gd name="connsiteX7" fmla="*/ 0 w 12188952"/>
              <a:gd name="connsiteY7" fmla="*/ 418814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416742"/>
                </a:lnTo>
                <a:lnTo>
                  <a:pt x="9142476" y="4416742"/>
                </a:lnTo>
                <a:lnTo>
                  <a:pt x="9142476" y="4188142"/>
                </a:lnTo>
                <a:lnTo>
                  <a:pt x="0" y="4188142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38200" y="4636008"/>
            <a:ext cx="9144000" cy="1107959"/>
          </a:xfrm>
        </p:spPr>
        <p:txBody>
          <a:bodyPr anchor="b" anchorCtr="0"/>
          <a:lstStyle>
            <a:lvl1pPr algn="l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79D466B-640E-419A-8701-FA39B12DD95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1248" y="5742432"/>
            <a:ext cx="7953375" cy="457200"/>
          </a:xfrm>
        </p:spPr>
        <p:txBody>
          <a:bodyPr>
            <a:no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400"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 sz="2400"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 sz="2400"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 sz="2400"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0659D50-D55F-4F3D-8F15-5B1F1F2B4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188142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0D8038A-5827-4846-97D5-0DEF7A92C9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199" y="2578608"/>
            <a:ext cx="4297680" cy="914400"/>
          </a:xfrm>
        </p:spPr>
        <p:txBody>
          <a:bodyPr anchor="b" anchorCtr="0"/>
          <a:lstStyle/>
          <a:p>
            <a:r>
              <a:rPr lang="en-US" dirty="0"/>
              <a:t>CLICK TO EDIT TITLE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199" y="3721608"/>
            <a:ext cx="4297680" cy="2286000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buNone/>
              <a:defRPr sz="1400"/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A951D3-FDD2-4A48-9F77-7EB69F3AA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D24C9D2-B921-4FAF-8173-CF9B37D4F8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71372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5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About</a:t>
            </a:r>
          </a:p>
        </p:txBody>
      </p:sp>
    </p:spTree>
    <p:extLst>
      <p:ext uri="{BB962C8B-B14F-4D97-AF65-F5344CB8AC3E}">
        <p14:creationId xmlns:p14="http://schemas.microsoft.com/office/powerpoint/2010/main" val="3644859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6A9CEDC6-C07A-4AA6-A03A-799447ACA9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025044 w 12188952"/>
              <a:gd name="connsiteY0" fmla="*/ 1464945 h 6858000"/>
              <a:gd name="connsiteX1" fmla="*/ 10025044 w 12188952"/>
              <a:gd name="connsiteY1" fmla="*/ 6219825 h 6858000"/>
              <a:gd name="connsiteX2" fmla="*/ 10253644 w 12188952"/>
              <a:gd name="connsiteY2" fmla="*/ 6219825 h 6858000"/>
              <a:gd name="connsiteX3" fmla="*/ 10253644 w 12188952"/>
              <a:gd name="connsiteY3" fmla="*/ 14649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025044" y="1464945"/>
                </a:moveTo>
                <a:lnTo>
                  <a:pt x="10025044" y="6219825"/>
                </a:lnTo>
                <a:lnTo>
                  <a:pt x="10253644" y="6219825"/>
                </a:lnTo>
                <a:lnTo>
                  <a:pt x="10253644" y="14649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7109C03-4D2D-4A2D-AC74-49353ED38B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0" y="1465263"/>
            <a:ext cx="10026650" cy="4754562"/>
          </a:xfrm>
          <a:solidFill>
            <a:schemeClr val="bg1">
              <a:alpha val="93000"/>
            </a:schemeClr>
          </a:solidFill>
        </p:spPr>
        <p:txBody>
          <a:bodyPr lIns="1005840" tIns="502920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65125"/>
            <a:ext cx="8562475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23" name="Text Placeholder 12">
            <a:extLst>
              <a:ext uri="{FF2B5EF4-FFF2-40B4-BE49-F238E27FC236}">
                <a16:creationId xmlns:a16="http://schemas.microsoft.com/office/drawing/2014/main" id="{9EDE4DA5-D561-434E-9452-95025C316A4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734040" y="-68580"/>
            <a:ext cx="1737360" cy="6858000"/>
          </a:xfrm>
        </p:spPr>
        <p:txBody>
          <a:bodyPr vert="vert270" anchor="t">
            <a:noAutofit/>
          </a:bodyPr>
          <a:lstStyle>
            <a:lvl1pPr marL="0" indent="0">
              <a:spcBef>
                <a:spcPts val="0"/>
              </a:spcBef>
              <a:buNone/>
              <a:defRPr sz="13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Problem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A8936FC-DF00-4C6C-A5FA-13B0BFCC3E58}"/>
              </a:ext>
            </a:extLst>
          </p:cNvPr>
          <p:cNvSpPr/>
          <p:nvPr userDrawn="1"/>
        </p:nvSpPr>
        <p:spPr>
          <a:xfrm>
            <a:off x="10026568" y="1464945"/>
            <a:ext cx="228600" cy="47548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274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14525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14399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BDD18F8A-C2BE-429D-BB7C-9390EEEE526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590801" y="1916113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AFDC9EA4-0AAA-467C-9B89-6966F6E4BB0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90675" y="2242336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1ECD896-8F8E-404E-BBAD-FBFCBBE3DF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590801" y="3218688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EE435C-8719-41E1-838A-87FB6B0BA23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590675" y="3545967"/>
            <a:ext cx="3886200" cy="9144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9DAC0554-380F-4627-9E3C-FCDA9EE3B9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525" y="4709160"/>
            <a:ext cx="388620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32C9479E-1665-465C-9B07-8AC7E3F4B63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4399" y="5036439"/>
            <a:ext cx="3886200" cy="73760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883616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F067F4C-584F-4D26-A9F4-7E8E3F0961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159926" y="1569034"/>
            <a:ext cx="7193874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6C968367-11F9-40B5-B54F-1555B837CAB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33630" y="548640"/>
            <a:ext cx="4389120" cy="576072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55363" y="365125"/>
            <a:ext cx="5103007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8C38614-0243-4ABA-A367-8875F339D65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153182" y="209397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25BE32D-3FC4-4B1B-808E-E2897BC2F70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153056" y="2422684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413E5A31-C8FF-4B6C-AE00-99F8578963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3307" y="3227832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99346137-3239-4162-9799-29D8E0B44CA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53181" y="3559290"/>
            <a:ext cx="5120640" cy="457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005E970C-F216-4C13-B637-2CD29EB1F73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49167" y="4059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Text Placeholder 13">
            <a:extLst>
              <a:ext uri="{FF2B5EF4-FFF2-40B4-BE49-F238E27FC236}">
                <a16:creationId xmlns:a16="http://schemas.microsoft.com/office/drawing/2014/main" id="{FD54B08D-52AA-478D-9A22-40F57CEFF5E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149041" y="4388168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78434772-1E65-4475-A328-95A7B244579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49292" y="5202936"/>
            <a:ext cx="5120640" cy="32004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accent1"/>
                </a:solidFill>
                <a:latin typeface="+mj-lt"/>
              </a:defRPr>
            </a:lvl2pPr>
            <a:lvl3pPr marL="914400" indent="0">
              <a:buNone/>
              <a:defRPr sz="2000">
                <a:solidFill>
                  <a:schemeClr val="accent1"/>
                </a:solidFill>
                <a:latin typeface="+mj-lt"/>
              </a:defRPr>
            </a:lvl3pPr>
            <a:lvl4pPr marL="1371600" indent="0">
              <a:buNone/>
              <a:defRPr sz="2000">
                <a:solidFill>
                  <a:schemeClr val="accent1"/>
                </a:solidFill>
                <a:latin typeface="+mj-lt"/>
              </a:defRPr>
            </a:lvl4pPr>
            <a:lvl5pPr marL="1828800" indent="0">
              <a:buNone/>
              <a:defRPr sz="2000">
                <a:solidFill>
                  <a:schemeClr val="accent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16497897-EF41-49AE-B577-23E1843D2DE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49166" y="5535502"/>
            <a:ext cx="5120640" cy="64008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3074422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2412796-7042-4809-B0D2-CA19D0001B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2560590 h 6858000"/>
              <a:gd name="connsiteX5" fmla="*/ 4876038 w 12188952"/>
              <a:gd name="connsiteY5" fmla="*/ 2560590 h 6858000"/>
              <a:gd name="connsiteX6" fmla="*/ 4876038 w 12188952"/>
              <a:gd name="connsiteY6" fmla="*/ 2331990 h 6858000"/>
              <a:gd name="connsiteX7" fmla="*/ 0 w 12188952"/>
              <a:gd name="connsiteY7" fmla="*/ 233199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2560590"/>
                </a:lnTo>
                <a:lnTo>
                  <a:pt x="4876038" y="2560590"/>
                </a:lnTo>
                <a:lnTo>
                  <a:pt x="4876038" y="2331990"/>
                </a:lnTo>
                <a:lnTo>
                  <a:pt x="0" y="233199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858957"/>
            <a:ext cx="4032504" cy="1325563"/>
          </a:xfrm>
        </p:spPr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8800" y="1173329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638800" y="1522412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35CDA3A0-B53D-4D18-9792-E99DB7DFDF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638800" y="2743993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38800" y="3074026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DF7E20CD-913D-437E-9659-9C125387ECA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686038" y="1182807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DB390311-D71A-47E1-A6A4-FC519992545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686038" y="1531890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A6F112C5-2301-4903-8FFC-3D13F2BD7D9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86038" y="2753471"/>
            <a:ext cx="2743200" cy="365760"/>
          </a:xfrm>
        </p:spPr>
        <p:txBody>
          <a:bodyPr>
            <a:no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867721ED-86DF-4220-A638-CB65E0B5B12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686038" y="3083504"/>
            <a:ext cx="2743200" cy="91440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620BB15-729F-4427-9DF3-6861F012AE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331990"/>
            <a:ext cx="487756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Benefi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7E32A88-04B9-4879-A7DA-64134B3784C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0"/>
            <a:ext cx="11961876" cy="6858000"/>
          </a:xfrm>
          <a:custGeom>
            <a:avLst/>
            <a:gdLst>
              <a:gd name="connsiteX0" fmla="*/ 0 w 11961876"/>
              <a:gd name="connsiteY0" fmla="*/ 0 h 6858000"/>
              <a:gd name="connsiteX1" fmla="*/ 11961876 w 11961876"/>
              <a:gd name="connsiteY1" fmla="*/ 0 h 6858000"/>
              <a:gd name="connsiteX2" fmla="*/ 11961876 w 11961876"/>
              <a:gd name="connsiteY2" fmla="*/ 6858000 h 6858000"/>
              <a:gd name="connsiteX3" fmla="*/ 0 w 1196187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961876" h="6858000">
                <a:moveTo>
                  <a:pt x="0" y="0"/>
                </a:moveTo>
                <a:lnTo>
                  <a:pt x="11961876" y="0"/>
                </a:lnTo>
                <a:lnTo>
                  <a:pt x="1196187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760"/>
            <a:ext cx="6400800" cy="1325563"/>
          </a:xfrm>
        </p:spPr>
        <p:txBody>
          <a:bodyPr/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5A6A-E29E-401A-801A-8FD9CAABA7A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1" y="2000292"/>
            <a:ext cx="3162299" cy="3409907"/>
          </a:xfrm>
        </p:spPr>
        <p:txBody>
          <a:bodyPr>
            <a:normAutofit/>
          </a:bodyPr>
          <a:lstStyle>
            <a:lvl1pPr marL="0" indent="0">
              <a:lnSpc>
                <a:spcPts val="2400"/>
              </a:lnSpc>
              <a:spcBef>
                <a:spcPts val="0"/>
              </a:spcBef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FA2B6-6061-4DC2-8233-A48FB7AA8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A219D8E-BB95-4BDA-98A2-097D1BFA749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13832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Benefits</a:t>
            </a:r>
          </a:p>
        </p:txBody>
      </p:sp>
    </p:spTree>
    <p:extLst>
      <p:ext uri="{BB962C8B-B14F-4D97-AF65-F5344CB8AC3E}">
        <p14:creationId xmlns:p14="http://schemas.microsoft.com/office/powerpoint/2010/main" val="2278487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5A412B8-4256-47AC-A275-1AC354C4C6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6858000 h 6858000"/>
              <a:gd name="connsiteX3" fmla="*/ 0 w 12188952"/>
              <a:gd name="connsiteY3" fmla="*/ 6858000 h 6858000"/>
              <a:gd name="connsiteX4" fmla="*/ 0 w 12188952"/>
              <a:gd name="connsiteY4" fmla="*/ 4926523 h 6858000"/>
              <a:gd name="connsiteX5" fmla="*/ 9142476 w 12188952"/>
              <a:gd name="connsiteY5" fmla="*/ 4926523 h 6858000"/>
              <a:gd name="connsiteX6" fmla="*/ 9142476 w 12188952"/>
              <a:gd name="connsiteY6" fmla="*/ 4697923 h 6858000"/>
              <a:gd name="connsiteX7" fmla="*/ 0 w 12188952"/>
              <a:gd name="connsiteY7" fmla="*/ 469792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4926523"/>
                </a:lnTo>
                <a:lnTo>
                  <a:pt x="9142476" y="4926523"/>
                </a:lnTo>
                <a:lnTo>
                  <a:pt x="9142476" y="4697923"/>
                </a:lnTo>
                <a:lnTo>
                  <a:pt x="0" y="469792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E3D039-0A18-4031-8A63-D83666B06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5084064"/>
            <a:ext cx="8311896" cy="1049254"/>
          </a:xfrm>
        </p:spPr>
        <p:txBody>
          <a:bodyPr anchor="b">
            <a:normAutofit/>
          </a:bodyPr>
          <a:lstStyle>
            <a:lvl1pPr algn="r"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B05F6-A3ED-45AB-B103-D5E34BFD6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29C1C-740D-4213-96FE-1FAA3072FF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4E8801-7449-48B4-8D64-BCE20D083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DBCBD4E-87D0-4BA6-A1B4-3DC9452A36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4697923"/>
            <a:ext cx="914400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6592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Mod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695704B-E527-4A3C-9B8B-CDEB8724F0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258568 h 6858000"/>
              <a:gd name="connsiteX1" fmla="*/ 7789164 w 12188952"/>
              <a:gd name="connsiteY1" fmla="*/ 2487168 h 6858000"/>
              <a:gd name="connsiteX2" fmla="*/ 10715244 w 12188952"/>
              <a:gd name="connsiteY2" fmla="*/ 2487168 h 6858000"/>
              <a:gd name="connsiteX3" fmla="*/ 10715244 w 12188952"/>
              <a:gd name="connsiteY3" fmla="*/ 2258568 h 6858000"/>
              <a:gd name="connsiteX4" fmla="*/ 4634484 w 12188952"/>
              <a:gd name="connsiteY4" fmla="*/ 2258568 h 6858000"/>
              <a:gd name="connsiteX5" fmla="*/ 4634484 w 12188952"/>
              <a:gd name="connsiteY5" fmla="*/ 2487168 h 6858000"/>
              <a:gd name="connsiteX6" fmla="*/ 7560564 w 12188952"/>
              <a:gd name="connsiteY6" fmla="*/ 2487168 h 6858000"/>
              <a:gd name="connsiteX7" fmla="*/ 7560564 w 12188952"/>
              <a:gd name="connsiteY7" fmla="*/ 2258568 h 6858000"/>
              <a:gd name="connsiteX8" fmla="*/ 1443228 w 12188952"/>
              <a:gd name="connsiteY8" fmla="*/ 2258568 h 6858000"/>
              <a:gd name="connsiteX9" fmla="*/ 1443228 w 12188952"/>
              <a:gd name="connsiteY9" fmla="*/ 2487168 h 6858000"/>
              <a:gd name="connsiteX10" fmla="*/ 4369308 w 12188952"/>
              <a:gd name="connsiteY10" fmla="*/ 2487168 h 6858000"/>
              <a:gd name="connsiteX11" fmla="*/ 4369308 w 12188952"/>
              <a:gd name="connsiteY11" fmla="*/ 2258568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258568"/>
                </a:moveTo>
                <a:lnTo>
                  <a:pt x="7789164" y="2487168"/>
                </a:lnTo>
                <a:lnTo>
                  <a:pt x="10715244" y="2487168"/>
                </a:lnTo>
                <a:lnTo>
                  <a:pt x="10715244" y="2258568"/>
                </a:lnTo>
                <a:close/>
                <a:moveTo>
                  <a:pt x="4634484" y="2258568"/>
                </a:moveTo>
                <a:lnTo>
                  <a:pt x="4634484" y="2487168"/>
                </a:lnTo>
                <a:lnTo>
                  <a:pt x="7560564" y="2487168"/>
                </a:lnTo>
                <a:lnTo>
                  <a:pt x="7560564" y="2258568"/>
                </a:lnTo>
                <a:close/>
                <a:moveTo>
                  <a:pt x="1443228" y="2258568"/>
                </a:moveTo>
                <a:lnTo>
                  <a:pt x="1443228" y="2487168"/>
                </a:lnTo>
                <a:lnTo>
                  <a:pt x="4369308" y="2487168"/>
                </a:lnTo>
                <a:lnTo>
                  <a:pt x="4369308" y="225856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7F18567-9326-411F-BA8D-561D58C7DD9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444752" y="2487165"/>
            <a:ext cx="2926080" cy="2714379"/>
          </a:xfrm>
          <a:solidFill>
            <a:schemeClr val="bg1">
              <a:alpha val="85000"/>
            </a:schemeClr>
          </a:solidFill>
        </p:spPr>
        <p:txBody>
          <a:bodyPr tIns="429768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97E7DC10-1618-471B-9441-C640C7FEDD3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63600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DB26B40-5901-4EF0-BCF0-55677E28B17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790688" y="2487165"/>
            <a:ext cx="2926080" cy="2715768"/>
          </a:xfrm>
          <a:solidFill>
            <a:schemeClr val="bg1">
              <a:alpha val="85000"/>
            </a:schemeClr>
          </a:solidFill>
        </p:spPr>
        <p:txBody>
          <a:bodyPr tIns="429768"/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374136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6" name="Date Placeholder 4">
            <a:extLst>
              <a:ext uri="{FF2B5EF4-FFF2-40B4-BE49-F238E27FC236}">
                <a16:creationId xmlns:a16="http://schemas.microsoft.com/office/drawing/2014/main" id="{C0256D1E-8A29-4C0A-8641-E823E877CF86}"/>
              </a:ext>
            </a:extLst>
          </p:cNvPr>
          <p:cNvSpPr>
            <a:spLocks noGrp="1"/>
          </p:cNvSpPr>
          <p:nvPr>
            <p:ph type="dt" sz="half" idx="39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70B45ED-DCCD-4701-9ACC-9C83B74D17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9508955-3B0C-44CA-B1F9-AD0E70CDB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612ACAA-EEDE-4C74-AF6C-6A7D06F7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258568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0284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10">
            <a:extLst>
              <a:ext uri="{FF2B5EF4-FFF2-40B4-BE49-F238E27FC236}">
                <a16:creationId xmlns:a16="http://schemas.microsoft.com/office/drawing/2014/main" id="{27AEA2E6-E265-44DE-9F3F-657ECFF5D13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7569F-733B-494F-B7CB-2318052090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0" y="2258568"/>
            <a:ext cx="12190476" cy="2743200"/>
          </a:xfrm>
          <a:solidFill>
            <a:schemeClr val="accent2">
              <a:alpha val="95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767130" y="2752344"/>
            <a:ext cx="2560320" cy="603504"/>
          </a:xfrm>
          <a:prstGeom prst="rect">
            <a:avLst/>
          </a:prstGeom>
          <a:noFill/>
        </p:spPr>
        <p:txBody>
          <a:bodyPr anchor="ctr" anchorCtr="0">
            <a:norm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15840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867194" y="2752344"/>
            <a:ext cx="2560320" cy="603504"/>
          </a:xfrm>
          <a:prstGeom prst="rect">
            <a:avLst/>
          </a:prstGeom>
          <a:noFill/>
        </p:spPr>
        <p:txBody>
          <a:bodyPr vert="horz" lIns="0" tIns="0" rIns="0" bIns="0" rtlCol="0" anchor="ctr" anchorCtr="0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3600" dirty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6713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15840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67194" y="3502152"/>
            <a:ext cx="2560320" cy="137160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2876408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CB2621B9-2641-4DA3-B7D6-D577C25CF2E9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1030351 w 12188952"/>
              <a:gd name="connsiteY0" fmla="*/ 3231845 h 6858000"/>
              <a:gd name="connsiteX1" fmla="*/ 1030351 w 12188952"/>
              <a:gd name="connsiteY1" fmla="*/ 3460445 h 6858000"/>
              <a:gd name="connsiteX2" fmla="*/ 11122333 w 12188952"/>
              <a:gd name="connsiteY2" fmla="*/ 3460445 h 6858000"/>
              <a:gd name="connsiteX3" fmla="*/ 11122333 w 12188952"/>
              <a:gd name="connsiteY3" fmla="*/ 3231845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1030351" y="3231845"/>
                </a:moveTo>
                <a:lnTo>
                  <a:pt x="1030351" y="3460445"/>
                </a:lnTo>
                <a:lnTo>
                  <a:pt x="11122333" y="3460445"/>
                </a:lnTo>
                <a:lnTo>
                  <a:pt x="11122333" y="3231845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3A5BA28D-2313-499F-93AB-7C86B030570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69848" y="2121408"/>
            <a:ext cx="2560320" cy="914400"/>
          </a:xfrm>
          <a:prstGeom prst="rect">
            <a:avLst/>
          </a:prstGeom>
          <a:noFill/>
        </p:spPr>
        <p:txBody>
          <a:bodyPr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600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dirty="0"/>
              <a:t>1</a:t>
            </a:r>
            <a:endParaRPr lang="en-ZA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E9F4FE1-F54C-4B3C-9CED-6C3058B0035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800600" y="2121408"/>
            <a:ext cx="2560320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2</a:t>
            </a:r>
            <a:endParaRPr lang="en-ZA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26328AB3-6C8E-4BB6-9C01-852150BDFE1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531351" y="2121408"/>
            <a:ext cx="2592505" cy="914400"/>
          </a:xfrm>
          <a:prstGeom prst="rect">
            <a:avLst/>
          </a:prstGeom>
          <a:noFill/>
        </p:spPr>
        <p:txBody>
          <a:bodyPr vert="horz" lIns="0" tIns="0" rIns="0" bIns="0" rtlCol="0" anchor="b">
            <a:no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lang="en-ZA" sz="6000" dirty="0">
                <a:ln w="15875">
                  <a:solidFill>
                    <a:schemeClr val="bg1">
                      <a:lumMod val="85000"/>
                    </a:schemeClr>
                  </a:solidFill>
                </a:ln>
                <a:noFill/>
                <a:latin typeface="+mj-lt"/>
              </a:defRPr>
            </a:lvl1pPr>
          </a:lstStyle>
          <a:p>
            <a:pPr marL="266700" lvl="0" indent="-266700" algn="ctr"/>
            <a:r>
              <a:rPr lang="en-US" dirty="0"/>
              <a:t>3</a:t>
            </a:r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1369B8-B3F7-44DF-975B-57630CED624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69848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8199533E-4480-4EF0-855E-F0FC142777B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00600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58E1CB88-990B-431E-A733-AF73E309054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31352" y="3730752"/>
            <a:ext cx="2560320" cy="1188720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+mj-lt"/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  <a:latin typeface="+mj-lt"/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  <a:latin typeface="+mj-lt"/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5" name="Date Placeholder 4">
            <a:extLst>
              <a:ext uri="{FF2B5EF4-FFF2-40B4-BE49-F238E27FC236}">
                <a16:creationId xmlns:a16="http://schemas.microsoft.com/office/drawing/2014/main" id="{DCF4F2F5-E92C-4ECF-9FDE-3E0CE4FBFCA8}"/>
              </a:ext>
            </a:extLst>
          </p:cNvPr>
          <p:cNvSpPr>
            <a:spLocks noGrp="1"/>
          </p:cNvSpPr>
          <p:nvPr>
            <p:ph type="dt" sz="half" idx="38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25807F6-AD25-4B86-8D5C-5DBE4B0D30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1875" y="3231845"/>
            <a:ext cx="10091982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461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Compet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A6EC474-5258-4E26-A871-01200EC785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2816352 w 12188952"/>
              <a:gd name="connsiteY0" fmla="*/ 1690688 h 6858000"/>
              <a:gd name="connsiteX1" fmla="*/ 2816352 w 12188952"/>
              <a:gd name="connsiteY1" fmla="*/ 5576888 h 6858000"/>
              <a:gd name="connsiteX2" fmla="*/ 3044952 w 12188952"/>
              <a:gd name="connsiteY2" fmla="*/ 5576888 h 6858000"/>
              <a:gd name="connsiteX3" fmla="*/ 3044952 w 12188952"/>
              <a:gd name="connsiteY3" fmla="*/ 1690688 h 6858000"/>
              <a:gd name="connsiteX4" fmla="*/ 0 w 12188952"/>
              <a:gd name="connsiteY4" fmla="*/ 0 h 6858000"/>
              <a:gd name="connsiteX5" fmla="*/ 12188952 w 12188952"/>
              <a:gd name="connsiteY5" fmla="*/ 0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2816352" y="1690688"/>
                </a:moveTo>
                <a:lnTo>
                  <a:pt x="2816352" y="5576888"/>
                </a:lnTo>
                <a:lnTo>
                  <a:pt x="3044952" y="5576888"/>
                </a:lnTo>
                <a:lnTo>
                  <a:pt x="3044952" y="1690688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F54F31D-9C5E-4286-8D0E-6318D6D19D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  <a:solidFill>
            <a:schemeClr val="bg1">
              <a:alpha val="93000"/>
            </a:schemeClr>
          </a:solidFill>
        </p:spPr>
        <p:txBody>
          <a:bodyPr lIns="411480" tIns="566928" rIns="4937760" bIns="3063240" anchor="b">
            <a:noAutofit/>
          </a:bodyPr>
          <a:lstStyle>
            <a:lvl1pPr marL="0" indent="0"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3280" y="365125"/>
            <a:ext cx="7894320" cy="1325563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392488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629525" y="1919288"/>
            <a:ext cx="3657600" cy="640080"/>
          </a:xfrm>
        </p:spPr>
        <p:txBody>
          <a:bodyPr anchor="b">
            <a:normAutofit/>
          </a:bodyPr>
          <a:lstStyle>
            <a:lvl1pPr marL="0" indent="0">
              <a:buNone/>
              <a:defRPr sz="1800" b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629525" y="2686050"/>
            <a:ext cx="3657600" cy="2743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0D2B628-14C7-401D-8451-24C64BCF3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817876" y="1690688"/>
            <a:ext cx="228600" cy="3886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746981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121B4B07-1B80-41CF-89AC-82A7628C9D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7789164 w 12188952"/>
              <a:gd name="connsiteY0" fmla="*/ 2468880 h 6858000"/>
              <a:gd name="connsiteX1" fmla="*/ 7789164 w 12188952"/>
              <a:gd name="connsiteY1" fmla="*/ 2697480 h 6858000"/>
              <a:gd name="connsiteX2" fmla="*/ 10715244 w 12188952"/>
              <a:gd name="connsiteY2" fmla="*/ 2697480 h 6858000"/>
              <a:gd name="connsiteX3" fmla="*/ 10715244 w 12188952"/>
              <a:gd name="connsiteY3" fmla="*/ 2468880 h 6858000"/>
              <a:gd name="connsiteX4" fmla="*/ 4634484 w 12188952"/>
              <a:gd name="connsiteY4" fmla="*/ 2468880 h 6858000"/>
              <a:gd name="connsiteX5" fmla="*/ 4634484 w 12188952"/>
              <a:gd name="connsiteY5" fmla="*/ 2697480 h 6858000"/>
              <a:gd name="connsiteX6" fmla="*/ 7560564 w 12188952"/>
              <a:gd name="connsiteY6" fmla="*/ 2697480 h 6858000"/>
              <a:gd name="connsiteX7" fmla="*/ 7560564 w 12188952"/>
              <a:gd name="connsiteY7" fmla="*/ 2468880 h 6858000"/>
              <a:gd name="connsiteX8" fmla="*/ 1443228 w 12188952"/>
              <a:gd name="connsiteY8" fmla="*/ 2468880 h 6858000"/>
              <a:gd name="connsiteX9" fmla="*/ 1443228 w 12188952"/>
              <a:gd name="connsiteY9" fmla="*/ 2697480 h 6858000"/>
              <a:gd name="connsiteX10" fmla="*/ 4369308 w 12188952"/>
              <a:gd name="connsiteY10" fmla="*/ 2697480 h 6858000"/>
              <a:gd name="connsiteX11" fmla="*/ 4369308 w 12188952"/>
              <a:gd name="connsiteY11" fmla="*/ 2468880 h 6858000"/>
              <a:gd name="connsiteX12" fmla="*/ 0 w 12188952"/>
              <a:gd name="connsiteY12" fmla="*/ 0 h 6858000"/>
              <a:gd name="connsiteX13" fmla="*/ 12188952 w 12188952"/>
              <a:gd name="connsiteY13" fmla="*/ 0 h 6858000"/>
              <a:gd name="connsiteX14" fmla="*/ 12188952 w 12188952"/>
              <a:gd name="connsiteY14" fmla="*/ 6858000 h 6858000"/>
              <a:gd name="connsiteX15" fmla="*/ 0 w 12188952"/>
              <a:gd name="connsiteY1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88952" h="6858000">
                <a:moveTo>
                  <a:pt x="7789164" y="2468880"/>
                </a:moveTo>
                <a:lnTo>
                  <a:pt x="7789164" y="2697480"/>
                </a:lnTo>
                <a:lnTo>
                  <a:pt x="10715244" y="2697480"/>
                </a:lnTo>
                <a:lnTo>
                  <a:pt x="10715244" y="2468880"/>
                </a:lnTo>
                <a:close/>
                <a:moveTo>
                  <a:pt x="4634484" y="2468880"/>
                </a:moveTo>
                <a:lnTo>
                  <a:pt x="4634484" y="2697480"/>
                </a:lnTo>
                <a:lnTo>
                  <a:pt x="7560564" y="2697480"/>
                </a:lnTo>
                <a:lnTo>
                  <a:pt x="7560564" y="2468880"/>
                </a:lnTo>
                <a:close/>
                <a:moveTo>
                  <a:pt x="1443228" y="2468880"/>
                </a:moveTo>
                <a:lnTo>
                  <a:pt x="1443228" y="2697480"/>
                </a:lnTo>
                <a:lnTo>
                  <a:pt x="4369308" y="2697480"/>
                </a:lnTo>
                <a:lnTo>
                  <a:pt x="4369308" y="2468880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840922-E552-4901-81AD-E458DA6BF7F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6800" y="1525143"/>
            <a:ext cx="10058400" cy="54864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400">
                <a:latin typeface="+mj-lt"/>
              </a:defRPr>
            </a:lvl2pPr>
            <a:lvl3pPr marL="914400" indent="0" algn="ctr">
              <a:buNone/>
              <a:defRPr sz="2400">
                <a:latin typeface="+mj-lt"/>
              </a:defRPr>
            </a:lvl3pPr>
            <a:lvl4pPr marL="1371600" indent="0" algn="ctr">
              <a:buNone/>
              <a:defRPr sz="2400">
                <a:latin typeface="+mj-lt"/>
              </a:defRPr>
            </a:lvl4pPr>
            <a:lvl5pPr marL="1828800" indent="0" algn="ctr">
              <a:buNone/>
              <a:defRPr sz="24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7" name="Date Placeholder 6">
            <a:extLst>
              <a:ext uri="{FF2B5EF4-FFF2-40B4-BE49-F238E27FC236}">
                <a16:creationId xmlns:a16="http://schemas.microsoft.com/office/drawing/2014/main" id="{5DC05003-DC7F-4DC2-9902-F09425302D88}"/>
              </a:ext>
            </a:extLst>
          </p:cNvPr>
          <p:cNvSpPr>
            <a:spLocks noGrp="1"/>
          </p:cNvSpPr>
          <p:nvPr>
            <p:ph type="dt" sz="half" idx="4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7E5DD934-36C9-4200-9B07-20B7B5F9B9D3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444752" y="2697480"/>
            <a:ext cx="2926080" cy="2504064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2</a:t>
            </a:r>
            <a:endParaRPr lang="en-ZA" dirty="0"/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6131369D-6688-434C-89C0-00892AA26C8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63600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3</a:t>
            </a:r>
            <a:endParaRPr lang="en-ZA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255864CA-BF08-4C2C-88EB-589BDFBE27B3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790688" y="2697587"/>
            <a:ext cx="2926080" cy="2505345"/>
          </a:xfrm>
          <a:solidFill>
            <a:schemeClr val="bg1">
              <a:alpha val="90000"/>
            </a:schemeClr>
          </a:solidFill>
        </p:spPr>
        <p:txBody>
          <a:bodyPr tIns="502920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sz="1800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Bullet 4</a:t>
            </a:r>
            <a:endParaRPr lang="en-ZA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B0287FA-646A-4E57-8C1A-1931B75F1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3600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ED43C36-F674-49C6-8542-3721B150B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790688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CCF3302-2960-44AC-A88C-4C281751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444752" y="2468880"/>
            <a:ext cx="29260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9809F78-EA1B-4C23-A53E-7DE8B4A6AE1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673352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0AEB661-858B-44C9-9484-E540E04AD36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873775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CEAE0AB-74EC-4097-A534-A578F1097938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019288" y="3584448"/>
            <a:ext cx="2468880" cy="1371600"/>
          </a:xfrm>
        </p:spPr>
        <p:txBody>
          <a:bodyPr/>
          <a:lstStyle>
            <a:lvl1pPr marL="0" indent="0" algn="ctr">
              <a:lnSpc>
                <a:spcPts val="22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Bullet Description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99578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68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dra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5487709A-3CB5-4242-9D31-5DAC5D0494A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09000" y="2130552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D81AA656-0DD9-4717-8FC2-4C8C03D0634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09000" y="5184648"/>
            <a:ext cx="2011680" cy="274320"/>
          </a:xfrm>
        </p:spPr>
        <p:txBody>
          <a:bodyPr/>
          <a:lstStyle>
            <a:lvl1pPr marL="0" indent="0" algn="ct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970652C9-A2DF-48D4-9530-B3F495F7A40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1248" y="3273552"/>
            <a:ext cx="2011680" cy="274320"/>
          </a:xfrm>
        </p:spPr>
        <p:txBody>
          <a:bodyPr/>
          <a:lstStyle>
            <a:lvl1pPr marL="0" indent="0" algn="l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BD279E7-C7DE-4501-9F36-BA9F05FFFF5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345168" y="3273552"/>
            <a:ext cx="2011680" cy="274320"/>
          </a:xfrm>
        </p:spPr>
        <p:txBody>
          <a:bodyPr/>
          <a:lstStyle>
            <a:lvl1pPr marL="0" indent="0" algn="r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Quadrant Title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14BA6D1-4FDE-40E9-9F24-4719889A55F7}"/>
              </a:ext>
            </a:extLst>
          </p:cNvPr>
          <p:cNvCxnSpPr>
            <a:cxnSpLocks/>
          </p:cNvCxnSpPr>
          <p:nvPr userDrawn="1"/>
        </p:nvCxnSpPr>
        <p:spPr>
          <a:xfrm>
            <a:off x="929640" y="3631616"/>
            <a:ext cx="10332720" cy="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1A3B553-82A9-403C-B8D4-D8C8A4A395B7}"/>
              </a:ext>
            </a:extLst>
          </p:cNvPr>
          <p:cNvCxnSpPr>
            <a:cxnSpLocks/>
          </p:cNvCxnSpPr>
          <p:nvPr userDrawn="1"/>
        </p:nvCxnSpPr>
        <p:spPr>
          <a:xfrm>
            <a:off x="6096000" y="2473690"/>
            <a:ext cx="0" cy="2560320"/>
          </a:xfrm>
          <a:prstGeom prst="line">
            <a:avLst/>
          </a:prstGeom>
          <a:ln w="635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Date Placeholder 4">
            <a:extLst>
              <a:ext uri="{FF2B5EF4-FFF2-40B4-BE49-F238E27FC236}">
                <a16:creationId xmlns:a16="http://schemas.microsoft.com/office/drawing/2014/main" id="{25C7676A-1D83-4D31-9C74-59C46F152534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</p:spTree>
    <p:extLst>
      <p:ext uri="{BB962C8B-B14F-4D97-AF65-F5344CB8AC3E}">
        <p14:creationId xmlns:p14="http://schemas.microsoft.com/office/powerpoint/2010/main" val="4879019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E034D-C1DD-48C0-BB6B-FDC6F8EBA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7FFB71-D3BF-4723-8C5E-44AD8F0E92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3902"/>
            <a:ext cx="5157787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1BC8B9-8F2B-4131-A090-0ACBEEE80B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4E40B-C52C-407A-9311-46FDCD84CB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3902"/>
            <a:ext cx="5183188" cy="567697"/>
          </a:xfrm>
        </p:spPr>
        <p:txBody>
          <a:bodyPr anchor="b" anchorCtr="0">
            <a:normAutofit/>
          </a:bodyPr>
          <a:lstStyle>
            <a:lvl1pPr marL="0" indent="0">
              <a:buNone/>
              <a:defRPr sz="1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96ED23-22F0-421E-849C-630BEABF8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0A2F77-6CFB-4347-9224-EFAA0C0EF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C1F45E-8700-4861-AD21-BB7A09E1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83171-31EE-44C7-A031-9F840EDE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DF6BB91-26DF-45B2-B1D3-508C39F349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6613" y="1482296"/>
            <a:ext cx="8321040" cy="365125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57200" indent="0">
              <a:buNone/>
              <a:defRPr sz="2000">
                <a:latin typeface="+mj-lt"/>
              </a:defRPr>
            </a:lvl2pPr>
            <a:lvl3pPr marL="914400" indent="0">
              <a:buNone/>
              <a:defRPr sz="2000">
                <a:latin typeface="+mj-lt"/>
              </a:defRPr>
            </a:lvl3pPr>
            <a:lvl4pPr marL="1371600" indent="0">
              <a:buNone/>
              <a:defRPr sz="2000">
                <a:latin typeface="+mj-lt"/>
              </a:defRPr>
            </a:lvl4pPr>
            <a:lvl5pPr marL="1828800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6926302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626A5-4FF6-42BD-858A-AE4B2C23A6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ZA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E5E346-F307-4307-949D-77CDB6E657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ZA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4446C0-A637-4726-88A6-815A6AB63B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19B51A1E-902D-48AF-9020-955120F399B6}" type="slidenum">
              <a:rPr lang="en-ZA" smtClean="0"/>
              <a:pPr/>
              <a:t>‹#›</a:t>
            </a:fld>
            <a:endParaRPr lang="en-ZA" dirty="0"/>
          </a:p>
        </p:txBody>
      </p:sp>
      <p:sp>
        <p:nvSpPr>
          <p:cNvPr id="38" name="Text Placeholder 10">
            <a:extLst>
              <a:ext uri="{FF2B5EF4-FFF2-40B4-BE49-F238E27FC236}">
                <a16:creationId xmlns:a16="http://schemas.microsoft.com/office/drawing/2014/main" id="{51F6740D-79A8-4846-A90A-F1FF9BBDD00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422952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39" name="Text Placeholder 10">
            <a:extLst>
              <a:ext uri="{FF2B5EF4-FFF2-40B4-BE49-F238E27FC236}">
                <a16:creationId xmlns:a16="http://schemas.microsoft.com/office/drawing/2014/main" id="{93E06E79-FBB7-4594-8FC7-631D174541D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0" name="Text Placeholder 10">
            <a:extLst>
              <a:ext uri="{FF2B5EF4-FFF2-40B4-BE49-F238E27FC236}">
                <a16:creationId xmlns:a16="http://schemas.microsoft.com/office/drawing/2014/main" id="{5B6D7F47-7406-4B82-8180-F3AD59BC656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1" name="Text Placeholder 10">
            <a:extLst>
              <a:ext uri="{FF2B5EF4-FFF2-40B4-BE49-F238E27FC236}">
                <a16:creationId xmlns:a16="http://schemas.microsoft.com/office/drawing/2014/main" id="{5B79AE07-3E86-4374-9F86-8B70E8158AB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C939686F-A239-4AFE-AF56-38497CCD74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A634BB4E-B10D-4761-A0B8-EBC734EC96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24228"/>
            <a:ext cx="731520" cy="457200"/>
          </a:xfrm>
        </p:spPr>
        <p:txBody>
          <a:bodyPr anchor="ctr"/>
          <a:lstStyle>
            <a:lvl1pPr marL="0" indent="0" algn="ctr">
              <a:buNone/>
              <a:defRPr sz="14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Year</a:t>
            </a:r>
            <a:endParaRPr lang="en-ZA" dirty="0"/>
          </a:p>
        </p:txBody>
      </p:sp>
      <p:sp>
        <p:nvSpPr>
          <p:cNvPr id="44" name="Text Placeholder 10">
            <a:extLst>
              <a:ext uri="{FF2B5EF4-FFF2-40B4-BE49-F238E27FC236}">
                <a16:creationId xmlns:a16="http://schemas.microsoft.com/office/drawing/2014/main" id="{869255BD-A63E-4BFC-9D2A-E5EABC1DCD8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5" name="Text Placeholder 10">
            <a:extLst>
              <a:ext uri="{FF2B5EF4-FFF2-40B4-BE49-F238E27FC236}">
                <a16:creationId xmlns:a16="http://schemas.microsoft.com/office/drawing/2014/main" id="{31C27FFA-6FA2-4F90-9543-8AE7E5B90E4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DAA9F46A-F074-488E-91DA-AAC5D23406E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24F6FE0C-DA66-4BE4-B1CB-AE552497A03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E02CB3CF-9E17-4C7C-913F-21EFADB96CB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49" name="Text Placeholder 10">
            <a:extLst>
              <a:ext uri="{FF2B5EF4-FFF2-40B4-BE49-F238E27FC236}">
                <a16:creationId xmlns:a16="http://schemas.microsoft.com/office/drawing/2014/main" id="{D3AC456D-7AB5-4BB9-8F76-B607929996B1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0" name="Text Placeholder 10">
            <a:extLst>
              <a:ext uri="{FF2B5EF4-FFF2-40B4-BE49-F238E27FC236}">
                <a16:creationId xmlns:a16="http://schemas.microsoft.com/office/drawing/2014/main" id="{C5E41A6A-28FF-4A75-BA52-2FA05EE92EC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1" name="Text Placeholder 10">
            <a:extLst>
              <a:ext uri="{FF2B5EF4-FFF2-40B4-BE49-F238E27FC236}">
                <a16:creationId xmlns:a16="http://schemas.microsoft.com/office/drawing/2014/main" id="{7A1FCD8B-8332-4362-80BA-3DBB4442605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7039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F2B53D10-BB76-4138-AAB8-844DCD895BD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A14739AB-36C4-4467-BA10-CEA1DF2894E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4" name="Text Placeholder 10">
            <a:extLst>
              <a:ext uri="{FF2B5EF4-FFF2-40B4-BE49-F238E27FC236}">
                <a16:creationId xmlns:a16="http://schemas.microsoft.com/office/drawing/2014/main" id="{024E2A82-D649-44D9-BAA0-65A603E113BB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5E9DBCF1-3DA9-4975-9B75-DEFC550B69C1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CD04D2E9-E8EB-43F6-9734-AE8BEED8D892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7" name="Text Placeholder 10">
            <a:extLst>
              <a:ext uri="{FF2B5EF4-FFF2-40B4-BE49-F238E27FC236}">
                <a16:creationId xmlns:a16="http://schemas.microsoft.com/office/drawing/2014/main" id="{DCAF80E4-457C-461E-9E59-6EA9934B8F5F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8" name="Text Placeholder 10">
            <a:extLst>
              <a:ext uri="{FF2B5EF4-FFF2-40B4-BE49-F238E27FC236}">
                <a16:creationId xmlns:a16="http://schemas.microsoft.com/office/drawing/2014/main" id="{8A2813EA-E62D-4E2E-A97F-38974F23C88E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59" name="Text Placeholder 10">
            <a:extLst>
              <a:ext uri="{FF2B5EF4-FFF2-40B4-BE49-F238E27FC236}">
                <a16:creationId xmlns:a16="http://schemas.microsoft.com/office/drawing/2014/main" id="{0A4E7225-8A60-45A3-ACE7-2D6D1EA3306D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0" name="Text Placeholder 10">
            <a:extLst>
              <a:ext uri="{FF2B5EF4-FFF2-40B4-BE49-F238E27FC236}">
                <a16:creationId xmlns:a16="http://schemas.microsoft.com/office/drawing/2014/main" id="{FD6DF9FE-80AE-43C3-B35A-B0B773A636E5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1" name="Text Placeholder 10">
            <a:extLst>
              <a:ext uri="{FF2B5EF4-FFF2-40B4-BE49-F238E27FC236}">
                <a16:creationId xmlns:a16="http://schemas.microsoft.com/office/drawing/2014/main" id="{725DE269-1E5D-4437-B997-CCFE8800082F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2" name="Text Placeholder 10">
            <a:extLst>
              <a:ext uri="{FF2B5EF4-FFF2-40B4-BE49-F238E27FC236}">
                <a16:creationId xmlns:a16="http://schemas.microsoft.com/office/drawing/2014/main" id="{EAE25BBD-7B98-417B-B9FC-B2DF70FAFD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3" name="Text Placeholder 10">
            <a:extLst>
              <a:ext uri="{FF2B5EF4-FFF2-40B4-BE49-F238E27FC236}">
                <a16:creationId xmlns:a16="http://schemas.microsoft.com/office/drawing/2014/main" id="{0A4DF189-5583-4731-8F70-2578793E0244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35745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MM</a:t>
            </a:r>
            <a:endParaRPr lang="en-ZA" dirty="0"/>
          </a:p>
        </p:txBody>
      </p:sp>
      <p:sp>
        <p:nvSpPr>
          <p:cNvPr id="65" name="Text Placeholder 3">
            <a:extLst>
              <a:ext uri="{FF2B5EF4-FFF2-40B4-BE49-F238E27FC236}">
                <a16:creationId xmlns:a16="http://schemas.microsoft.com/office/drawing/2014/main" id="{06405A2E-994F-49B5-ABCB-1CA1FCEB08C7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5360987" y="2055840"/>
            <a:ext cx="1828800" cy="696885"/>
          </a:xfrm>
          <a:noFill/>
          <a:ln w="12700">
            <a:solidFill>
              <a:schemeClr val="accent3"/>
            </a:solidFill>
          </a:ln>
        </p:spPr>
        <p:txBody>
          <a:bodyPr tIns="36000" anchor="ctr" anchorCtr="1">
            <a:normAutofit/>
          </a:bodyPr>
          <a:lstStyle>
            <a:lvl1pPr marL="0" indent="0" algn="ctr">
              <a:lnSpc>
                <a:spcPct val="100000"/>
              </a:lnSpc>
              <a:buNone/>
              <a:defRPr sz="12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Item Title</a:t>
            </a:r>
            <a:endParaRPr lang="en-ZA" dirty="0"/>
          </a:p>
        </p:txBody>
      </p:sp>
      <p:sp>
        <p:nvSpPr>
          <p:cNvPr id="67" name="Date Placeholder 4">
            <a:extLst>
              <a:ext uri="{FF2B5EF4-FFF2-40B4-BE49-F238E27FC236}">
                <a16:creationId xmlns:a16="http://schemas.microsoft.com/office/drawing/2014/main" id="{33000A7A-B075-4FF0-8FCA-89256A1A66C8}"/>
              </a:ext>
            </a:extLst>
          </p:cNvPr>
          <p:cNvSpPr>
            <a:spLocks noGrp="1"/>
          </p:cNvSpPr>
          <p:nvPr>
            <p:ph type="dt" sz="half" idx="61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7AB03C7-C423-4EA2-AC0C-C153413E216C}"/>
              </a:ext>
            </a:extLst>
          </p:cNvPr>
          <p:cNvSpPr/>
          <p:nvPr userDrawn="1"/>
        </p:nvSpPr>
        <p:spPr>
          <a:xfrm>
            <a:off x="929640" y="3943857"/>
            <a:ext cx="1033272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02815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5702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8" name="Picture Placeholder 27">
            <a:extLst>
              <a:ext uri="{FF2B5EF4-FFF2-40B4-BE49-F238E27FC236}">
                <a16:creationId xmlns:a16="http://schemas.microsoft.com/office/drawing/2014/main" id="{8A4789F7-47F3-492F-8AE6-209A1044F3D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6"/>
            <a:ext cx="2103120" cy="2913793"/>
          </a:xfrm>
          <a:custGeom>
            <a:avLst/>
            <a:gdLst>
              <a:gd name="connsiteX0" fmla="*/ 0 w 2103120"/>
              <a:gd name="connsiteY0" fmla="*/ 0 h 2913793"/>
              <a:gd name="connsiteX1" fmla="*/ 2103120 w 2103120"/>
              <a:gd name="connsiteY1" fmla="*/ 0 h 2913793"/>
              <a:gd name="connsiteX2" fmla="*/ 2103120 w 2103120"/>
              <a:gd name="connsiteY2" fmla="*/ 2913793 h 2913793"/>
              <a:gd name="connsiteX3" fmla="*/ 0 w 2103120"/>
              <a:gd name="connsiteY3" fmla="*/ 2913793 h 2913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03120" h="2913793">
                <a:moveTo>
                  <a:pt x="0" y="0"/>
                </a:moveTo>
                <a:lnTo>
                  <a:pt x="2103120" y="0"/>
                </a:lnTo>
                <a:lnTo>
                  <a:pt x="2103120" y="2913793"/>
                </a:lnTo>
                <a:lnTo>
                  <a:pt x="0" y="291379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5A9EE92-C505-4777-B442-72C5A0BDCBF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2104 w 2103120"/>
              <a:gd name="connsiteY3" fmla="*/ 3017520 h 3017520"/>
              <a:gd name="connsiteX4" fmla="*/ 2102104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2104" y="3017520"/>
                </a:lnTo>
                <a:lnTo>
                  <a:pt x="2102104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B98E2731-9AE8-4D4E-969E-814287EE84A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3017520 h 3017520"/>
              <a:gd name="connsiteX3" fmla="*/ 2100725 w 2103120"/>
              <a:gd name="connsiteY3" fmla="*/ 3017520 h 3017520"/>
              <a:gd name="connsiteX4" fmla="*/ 2100725 w 2103120"/>
              <a:gd name="connsiteY4" fmla="*/ 2910625 h 3017520"/>
              <a:gd name="connsiteX5" fmla="*/ 0 w 2103120"/>
              <a:gd name="connsiteY5" fmla="*/ 2910625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3017520"/>
                </a:lnTo>
                <a:lnTo>
                  <a:pt x="2100725" y="3017520"/>
                </a:lnTo>
                <a:lnTo>
                  <a:pt x="2100725" y="2910625"/>
                </a:lnTo>
                <a:lnTo>
                  <a:pt x="0" y="291062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ACF06764-EDD6-4592-AF7B-7BF92AF387F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3017520"/>
          </a:xfrm>
          <a:custGeom>
            <a:avLst/>
            <a:gdLst>
              <a:gd name="connsiteX0" fmla="*/ 0 w 2103120"/>
              <a:gd name="connsiteY0" fmla="*/ 0 h 3017520"/>
              <a:gd name="connsiteX1" fmla="*/ 2103120 w 2103120"/>
              <a:gd name="connsiteY1" fmla="*/ 0 h 3017520"/>
              <a:gd name="connsiteX2" fmla="*/ 2103120 w 2103120"/>
              <a:gd name="connsiteY2" fmla="*/ 2910625 h 3017520"/>
              <a:gd name="connsiteX3" fmla="*/ 2268 w 2103120"/>
              <a:gd name="connsiteY3" fmla="*/ 2910625 h 3017520"/>
              <a:gd name="connsiteX4" fmla="*/ 2268 w 2103120"/>
              <a:gd name="connsiteY4" fmla="*/ 3017520 h 3017520"/>
              <a:gd name="connsiteX5" fmla="*/ 0 w 2103120"/>
              <a:gd name="connsiteY5" fmla="*/ 3017520 h 30175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3017520">
                <a:moveTo>
                  <a:pt x="0" y="0"/>
                </a:moveTo>
                <a:lnTo>
                  <a:pt x="2103120" y="0"/>
                </a:lnTo>
                <a:lnTo>
                  <a:pt x="2103120" y="2910625"/>
                </a:lnTo>
                <a:lnTo>
                  <a:pt x="2268" y="2910625"/>
                </a:lnTo>
                <a:lnTo>
                  <a:pt x="2268" y="3017520"/>
                </a:lnTo>
                <a:lnTo>
                  <a:pt x="0" y="301752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5257800"/>
            <a:ext cx="2103120" cy="2743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5551170"/>
            <a:ext cx="2103120" cy="36576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BFF9948-88DC-4F9B-ADAB-743B4534E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496166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4AB8730-C1E9-4C39-AD6B-791ECCB2A8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6744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D0B1428-A83E-4197-AB02-D6F4EE202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725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4BAF707-3808-4238-963B-95584798B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6748" y="4958500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6699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AF00A3-1058-4FA9-A985-037117010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F60BE-20E1-40C5-85E7-AEAABD0C0D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DC939B-94C9-4FF9-B0C8-1149DEFA6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4" name="Picture Placeholder 43">
            <a:extLst>
              <a:ext uri="{FF2B5EF4-FFF2-40B4-BE49-F238E27FC236}">
                <a16:creationId xmlns:a16="http://schemas.microsoft.com/office/drawing/2014/main" id="{D0D0D822-3E52-4D3E-BD04-0A87AF2312B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440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64244 h 1371600"/>
              <a:gd name="connsiteX3" fmla="*/ 142 w 2103120"/>
              <a:gd name="connsiteY3" fmla="*/ 1264244 h 1371600"/>
              <a:gd name="connsiteX4" fmla="*/ 142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64244"/>
                </a:lnTo>
                <a:lnTo>
                  <a:pt x="142" y="1264244"/>
                </a:lnTo>
                <a:lnTo>
                  <a:pt x="142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1E566A4-E145-4128-B0EB-DEE6D486BE8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135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B143611-92A8-4EFD-9C6A-0D18F4DE154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135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1850C15-0C47-405D-A6CC-FC41802A67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6776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683 w 2103120"/>
              <a:gd name="connsiteY3" fmla="*/ 1371600 h 1371600"/>
              <a:gd name="connsiteX4" fmla="*/ 2102683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683" y="1371600"/>
                </a:lnTo>
                <a:lnTo>
                  <a:pt x="2102683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0224436F-4BCF-481B-B0A9-C4AE888185B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66744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CE81F848-2A43-484F-8AB0-8E45A15079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666744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41">
            <a:extLst>
              <a:ext uri="{FF2B5EF4-FFF2-40B4-BE49-F238E27FC236}">
                <a16:creationId xmlns:a16="http://schemas.microsoft.com/office/drawing/2014/main" id="{4BE5C88B-BE08-4186-BF4E-95E5811D187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42112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0867 w 2103120"/>
              <a:gd name="connsiteY3" fmla="*/ 1371600 h 1371600"/>
              <a:gd name="connsiteX4" fmla="*/ 21008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0867" y="1371600"/>
                </a:lnTo>
                <a:lnTo>
                  <a:pt x="21008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AB0DA7E8-8D66-4F86-86F2-604044642B8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419088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DC8F7DC-7D79-452D-89D4-DC0155C9686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19088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CF3E2C3A-A072-436A-8C0E-682F06540C4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174480" y="2047875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1667 w 2103120"/>
              <a:gd name="connsiteY3" fmla="*/ 1371600 h 1371600"/>
              <a:gd name="connsiteX4" fmla="*/ 2101667 w 2103120"/>
              <a:gd name="connsiteY4" fmla="*/ 1266213 h 1371600"/>
              <a:gd name="connsiteX5" fmla="*/ 0 w 2103120"/>
              <a:gd name="connsiteY5" fmla="*/ 1266213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1667" y="1371600"/>
                </a:lnTo>
                <a:lnTo>
                  <a:pt x="2101667" y="1266213"/>
                </a:lnTo>
                <a:lnTo>
                  <a:pt x="0" y="1266213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0810DF3C-ABDE-477A-AAF0-72B27ED1749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71432" y="3524652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EBB0D63B-5F58-422A-A566-A7DE54E85F3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71432" y="3774234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44">
            <a:extLst>
              <a:ext uri="{FF2B5EF4-FFF2-40B4-BE49-F238E27FC236}">
                <a16:creationId xmlns:a16="http://schemas.microsoft.com/office/drawing/2014/main" id="{20DAF781-CA6C-43D3-B553-E58DBF509A4A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1744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276026 h 1371600"/>
              <a:gd name="connsiteX3" fmla="*/ 624 w 2103120"/>
              <a:gd name="connsiteY3" fmla="*/ 1276026 h 1371600"/>
              <a:gd name="connsiteX4" fmla="*/ 624 w 2103120"/>
              <a:gd name="connsiteY4" fmla="*/ 1371600 h 1371600"/>
              <a:gd name="connsiteX5" fmla="*/ 0 w 2103120"/>
              <a:gd name="connsiteY5" fmla="*/ 137160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276026"/>
                </a:lnTo>
                <a:lnTo>
                  <a:pt x="624" y="1276026"/>
                </a:lnTo>
                <a:lnTo>
                  <a:pt x="624" y="1371600"/>
                </a:lnTo>
                <a:lnTo>
                  <a:pt x="0" y="13716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E502DEDD-A955-4A8D-9A05-828A01CE551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40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E76CEA8C-8899-44E0-9F47-106A711A4CC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1440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6" name="Picture Placeholder 45">
            <a:extLst>
              <a:ext uri="{FF2B5EF4-FFF2-40B4-BE49-F238E27FC236}">
                <a16:creationId xmlns:a16="http://schemas.microsoft.com/office/drawing/2014/main" id="{4DE21878-7282-49DF-A1B3-B38F5A85F71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67080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102728 w 2103120"/>
              <a:gd name="connsiteY3" fmla="*/ 1371600 h 1371600"/>
              <a:gd name="connsiteX4" fmla="*/ 2102728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102728" y="1371600"/>
                </a:lnTo>
                <a:lnTo>
                  <a:pt x="2102728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3179BABC-F01C-4C09-BE82-C1C218CA476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669792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B1CE826-A5B2-4507-ADB0-BD2BFE4B8BB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669792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09624F3D-E589-4C68-B98A-566CCAAA98D1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42416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8017 w 2103120"/>
              <a:gd name="connsiteY3" fmla="*/ 1371600 h 1371600"/>
              <a:gd name="connsiteX4" fmla="*/ 2098017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8017" y="1371600"/>
                </a:lnTo>
                <a:lnTo>
                  <a:pt x="2098017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6F19331A-27CF-4270-B991-C2E97C6E6CA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422136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C123301D-8AA0-4C65-B928-3902E4793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22136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47">
            <a:extLst>
              <a:ext uri="{FF2B5EF4-FFF2-40B4-BE49-F238E27FC236}">
                <a16:creationId xmlns:a16="http://schemas.microsoft.com/office/drawing/2014/main" id="{09B16E22-2B7C-413C-9283-51DBE7DF0F62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77528" y="4261336"/>
            <a:ext cx="2103120" cy="1371600"/>
          </a:xfrm>
          <a:custGeom>
            <a:avLst/>
            <a:gdLst>
              <a:gd name="connsiteX0" fmla="*/ 0 w 2103120"/>
              <a:gd name="connsiteY0" fmla="*/ 0 h 1371600"/>
              <a:gd name="connsiteX1" fmla="*/ 2103120 w 2103120"/>
              <a:gd name="connsiteY1" fmla="*/ 0 h 1371600"/>
              <a:gd name="connsiteX2" fmla="*/ 2103120 w 2103120"/>
              <a:gd name="connsiteY2" fmla="*/ 1371600 h 1371600"/>
              <a:gd name="connsiteX3" fmla="*/ 2097024 w 2103120"/>
              <a:gd name="connsiteY3" fmla="*/ 1371600 h 1371600"/>
              <a:gd name="connsiteX4" fmla="*/ 2097024 w 2103120"/>
              <a:gd name="connsiteY4" fmla="*/ 1277995 h 1371600"/>
              <a:gd name="connsiteX5" fmla="*/ 0 w 2103120"/>
              <a:gd name="connsiteY5" fmla="*/ 1277995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03120" h="1371600">
                <a:moveTo>
                  <a:pt x="0" y="0"/>
                </a:moveTo>
                <a:lnTo>
                  <a:pt x="2103120" y="0"/>
                </a:lnTo>
                <a:lnTo>
                  <a:pt x="2103120" y="1371600"/>
                </a:lnTo>
                <a:lnTo>
                  <a:pt x="2097024" y="1371600"/>
                </a:lnTo>
                <a:lnTo>
                  <a:pt x="2097024" y="1277995"/>
                </a:lnTo>
                <a:lnTo>
                  <a:pt x="0" y="1277995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9E095B1F-8D49-4766-951D-A60C5BA5DB4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74480" y="573811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10">
            <a:extLst>
              <a:ext uri="{FF2B5EF4-FFF2-40B4-BE49-F238E27FC236}">
                <a16:creationId xmlns:a16="http://schemas.microsoft.com/office/drawing/2014/main" id="{A3C30BF1-DCAF-4FF7-AE62-42A77BBB551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74480" y="6001343"/>
            <a:ext cx="2103120" cy="228600"/>
          </a:xfrm>
        </p:spPr>
        <p:txBody>
          <a:bodyPr>
            <a:noAutofit/>
          </a:bodyPr>
          <a:lstStyle>
            <a:lvl1pPr marL="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3716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1828800" indent="0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54DA5CF-5D2A-43B4-85A8-340C8F7BBA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542" y="3312119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6B1FEE3-D401-47CB-80E6-52D6DF510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67323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8D86A78-C607-45C6-8641-1AF4A5F073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886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84BFDA8-0351-4C99-8911-2034DAE3D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3027" y="3314088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1896FDB4-943E-4915-BFB5-FBF28C1F0D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8072" y="5537362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8DE6F848-8616-4A39-B962-93F75C4718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670416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06A04BD-9213-47EF-B5B0-2684E430D1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19065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7869DE2A-F897-46B0-B840-A25978924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71432" y="5539331"/>
            <a:ext cx="2103120" cy="10972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42196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n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7" y="365760"/>
            <a:ext cx="10515600" cy="1325563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DD0C4E2-C56D-415A-A93E-7E5A3DD9BBE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14400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3466F58-8094-496E-8FA6-A2A07D706EC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7ECF580-8E4E-43A8-957B-F86F1C61ADA4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914400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58B05749-818D-4447-958A-FEF293220AE8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02736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7F20B9D5-25D9-47F8-A972-A75CCB164FD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602736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2" name="Content Placeholder 6">
            <a:extLst>
              <a:ext uri="{FF2B5EF4-FFF2-40B4-BE49-F238E27FC236}">
                <a16:creationId xmlns:a16="http://schemas.microsoft.com/office/drawing/2014/main" id="{41B075AD-BF48-4749-9202-8150B2107377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3603626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95B953E6-3C98-4798-A4E9-1B1440A15A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982077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65B3E813-F032-4E15-B3D8-B0B967E1840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982077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5" name="Content Placeholder 6">
            <a:extLst>
              <a:ext uri="{FF2B5EF4-FFF2-40B4-BE49-F238E27FC236}">
                <a16:creationId xmlns:a16="http://schemas.microsoft.com/office/drawing/2014/main" id="{3A1AE7A9-C278-4553-BA87-9A37448FE965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8982077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1408D2FA-A2B1-4447-8C50-0F16D70CE9D2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291072" y="4333934"/>
            <a:ext cx="2286000" cy="54864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sz="1800">
                <a:latin typeface="+mj-lt"/>
              </a:defRPr>
            </a:lvl2pPr>
            <a:lvl3pPr marL="914400" indent="0">
              <a:buNone/>
              <a:defRPr sz="1800">
                <a:latin typeface="+mj-lt"/>
              </a:defRPr>
            </a:lvl3pPr>
            <a:lvl4pPr marL="1371600" indent="0">
              <a:buNone/>
              <a:defRPr sz="1800">
                <a:latin typeface="+mj-lt"/>
              </a:defRPr>
            </a:lvl4pPr>
            <a:lvl5pPr marL="1828800" indent="0">
              <a:buNone/>
              <a:defRPr sz="1800">
                <a:latin typeface="+mj-lt"/>
              </a:defRPr>
            </a:lvl5pPr>
          </a:lstStyle>
          <a:p>
            <a:pPr lvl="0"/>
            <a:r>
              <a:rPr lang="en-US" dirty="0"/>
              <a:t>CLICK TO EDIT SUBTITLE</a:t>
            </a:r>
          </a:p>
        </p:txBody>
      </p:sp>
      <p:sp>
        <p:nvSpPr>
          <p:cNvPr id="27" name="Text Placeholder 12">
            <a:extLst>
              <a:ext uri="{FF2B5EF4-FFF2-40B4-BE49-F238E27FC236}">
                <a16:creationId xmlns:a16="http://schemas.microsoft.com/office/drawing/2014/main" id="{68834F1C-0151-4D96-9804-08CAEEDB349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91072" y="5235467"/>
            <a:ext cx="2286000" cy="7315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8" name="Content Placeholder 6">
            <a:extLst>
              <a:ext uri="{FF2B5EF4-FFF2-40B4-BE49-F238E27FC236}">
                <a16:creationId xmlns:a16="http://schemas.microsoft.com/office/drawing/2014/main" id="{DB26BE5E-69FC-43BF-BD74-25B62546B252}"/>
              </a:ext>
            </a:extLst>
          </p:cNvPr>
          <p:cNvSpPr>
            <a:spLocks noGrp="1"/>
          </p:cNvSpPr>
          <p:nvPr>
            <p:ph sz="quarter" idx="31" hasCustomPrompt="1"/>
          </p:nvPr>
        </p:nvSpPr>
        <p:spPr>
          <a:xfrm>
            <a:off x="6292852" y="2004810"/>
            <a:ext cx="2286000" cy="21717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E9D71C6C-8090-42D9-AA7D-9D858A08982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14400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ADBCB0A2-01FA-4A56-9187-2141478D277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602736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A8DA037D-3115-4D06-B62B-8B2361C1B73D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982077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2CE21E27-DF2A-4809-8004-DBD3CB8C9D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291072" y="4912335"/>
            <a:ext cx="2286000" cy="274320"/>
          </a:xfrm>
        </p:spPr>
        <p:txBody>
          <a:bodyPr>
            <a:noAutofit/>
          </a:bodyPr>
          <a:lstStyle>
            <a:lvl1pPr marL="0" indent="0" algn="ctr">
              <a:lnSpc>
                <a:spcPts val="2000"/>
              </a:lnSpc>
              <a:spcBef>
                <a:spcPts val="0"/>
              </a:spcBef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628668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F1B0119-8B53-4329-89FD-7688250A12F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8724" y="481369"/>
            <a:ext cx="11274552" cy="2743200"/>
          </a:xfrm>
          <a:custGeom>
            <a:avLst/>
            <a:gdLst>
              <a:gd name="connsiteX0" fmla="*/ 0 w 11274552"/>
              <a:gd name="connsiteY0" fmla="*/ 0 h 2743200"/>
              <a:gd name="connsiteX1" fmla="*/ 11274552 w 11274552"/>
              <a:gd name="connsiteY1" fmla="*/ 0 h 2743200"/>
              <a:gd name="connsiteX2" fmla="*/ 11274552 w 11274552"/>
              <a:gd name="connsiteY2" fmla="*/ 2743200 h 2743200"/>
              <a:gd name="connsiteX3" fmla="*/ 5730217 w 11274552"/>
              <a:gd name="connsiteY3" fmla="*/ 2743200 h 2743200"/>
              <a:gd name="connsiteX4" fmla="*/ 5730217 w 11274552"/>
              <a:gd name="connsiteY4" fmla="*/ 1118831 h 2743200"/>
              <a:gd name="connsiteX5" fmla="*/ 5522399 w 11274552"/>
              <a:gd name="connsiteY5" fmla="*/ 1118831 h 2743200"/>
              <a:gd name="connsiteX6" fmla="*/ 5522399 w 11274552"/>
              <a:gd name="connsiteY6" fmla="*/ 2743200 h 2743200"/>
              <a:gd name="connsiteX7" fmla="*/ 0 w 11274552"/>
              <a:gd name="connsiteY7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274552" h="2743200">
                <a:moveTo>
                  <a:pt x="0" y="0"/>
                </a:moveTo>
                <a:lnTo>
                  <a:pt x="11274552" y="0"/>
                </a:lnTo>
                <a:lnTo>
                  <a:pt x="11274552" y="2743200"/>
                </a:lnTo>
                <a:lnTo>
                  <a:pt x="5730217" y="2743200"/>
                </a:lnTo>
                <a:lnTo>
                  <a:pt x="5730217" y="1118831"/>
                </a:lnTo>
                <a:lnTo>
                  <a:pt x="5522399" y="1118831"/>
                </a:lnTo>
                <a:lnTo>
                  <a:pt x="5522399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3592386"/>
            <a:ext cx="4572000" cy="1325563"/>
          </a:xfrm>
        </p:spPr>
        <p:txBody>
          <a:bodyPr anchor="t" anchorCtr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FEDD6309-46B2-4D7D-A1E2-8F04609BF7B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489391" y="3546349"/>
            <a:ext cx="5248656" cy="1920240"/>
          </a:xfrm>
        </p:spPr>
        <p:txBody>
          <a:bodyPr>
            <a:noAutofit/>
          </a:bodyPr>
          <a:lstStyle>
            <a:lvl1pPr marL="0" indent="0">
              <a:lnSpc>
                <a:spcPts val="2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5C8E637-78B0-4855-A6B1-C2DE56F364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981123" y="1600200"/>
            <a:ext cx="207818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89A89CDF-EE53-4D5A-BA2F-B21F454E10A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39512" y="5503164"/>
            <a:ext cx="6958584" cy="1371600"/>
          </a:xfrm>
        </p:spPr>
        <p:txBody>
          <a:bodyPr vert="horz" bIns="0" anchor="t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1000" cap="all" baseline="0">
                <a:solidFill>
                  <a:schemeClr val="bg1">
                    <a:lumMod val="95000"/>
                  </a:schemeClr>
                </a:solidFill>
                <a:latin typeface="Source Sans Pro ExtraLight" panose="020B0303030403020204" pitchFamily="34" charset="0"/>
                <a:ea typeface="Source Sans Pro ExtraLight" panose="020B0303030403020204" pitchFamily="34" charset="0"/>
              </a:defRPr>
            </a:lvl1pPr>
          </a:lstStyle>
          <a:p>
            <a:pPr lvl="0"/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4266790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12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4ED48F4-DBCF-44E9-BDD6-E6E63CAB735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custGeom>
            <a:avLst/>
            <a:gdLst>
              <a:gd name="connsiteX0" fmla="*/ 0 w 12188952"/>
              <a:gd name="connsiteY0" fmla="*/ 0 h 6858000"/>
              <a:gd name="connsiteX1" fmla="*/ 12188952 w 12188952"/>
              <a:gd name="connsiteY1" fmla="*/ 0 h 6858000"/>
              <a:gd name="connsiteX2" fmla="*/ 12188952 w 12188952"/>
              <a:gd name="connsiteY2" fmla="*/ 3423562 h 6858000"/>
              <a:gd name="connsiteX3" fmla="*/ 7502172 w 12188952"/>
              <a:gd name="connsiteY3" fmla="*/ 3423562 h 6858000"/>
              <a:gd name="connsiteX4" fmla="*/ 7502172 w 12188952"/>
              <a:gd name="connsiteY4" fmla="*/ 3652162 h 6858000"/>
              <a:gd name="connsiteX5" fmla="*/ 12188952 w 12188952"/>
              <a:gd name="connsiteY5" fmla="*/ 3652162 h 6858000"/>
              <a:gd name="connsiteX6" fmla="*/ 12188952 w 12188952"/>
              <a:gd name="connsiteY6" fmla="*/ 6858000 h 6858000"/>
              <a:gd name="connsiteX7" fmla="*/ 0 w 12188952"/>
              <a:gd name="connsiteY7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3423562"/>
                </a:lnTo>
                <a:lnTo>
                  <a:pt x="7502172" y="3423562"/>
                </a:lnTo>
                <a:lnTo>
                  <a:pt x="7502172" y="3652162"/>
                </a:lnTo>
                <a:lnTo>
                  <a:pt x="12188952" y="3652162"/>
                </a:lnTo>
                <a:lnTo>
                  <a:pt x="1218895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AC16E-5725-4AC1-AB85-871F25D26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0B5D8-71E9-48DC-A04C-559359603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DD81F-9379-48E6-9B14-83486F92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77D5655F-601C-49CF-925B-4467144804D6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7467603" y="4681728"/>
            <a:ext cx="3838731" cy="16459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None/>
              <a:defRPr sz="1600"/>
            </a:lvl2pPr>
            <a:lvl3pPr marL="914400" indent="0">
              <a:lnSpc>
                <a:spcPct val="100000"/>
              </a:lnSpc>
              <a:buNone/>
              <a:defRPr sz="1600"/>
            </a:lvl3pPr>
            <a:lvl4pPr marL="1371600" indent="0">
              <a:lnSpc>
                <a:spcPct val="100000"/>
              </a:lnSpc>
              <a:buNone/>
              <a:defRPr sz="1600"/>
            </a:lvl4pPr>
            <a:lvl5pPr marL="1828800" indent="0">
              <a:lnSpc>
                <a:spcPct val="100000"/>
              </a:lnSpc>
              <a:buNone/>
              <a:defRPr sz="1600"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3A4EE02-E082-4906-9F26-21DA131BE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03696" y="3423562"/>
            <a:ext cx="4686780" cy="228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49F40A-2F72-4059-80C0-FD3038B0C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5854" y="3941064"/>
            <a:ext cx="3840480" cy="640080"/>
          </a:xfrm>
        </p:spPr>
        <p:txBody>
          <a:bodyPr anchor="t"/>
          <a:lstStyle>
            <a:lvl1pPr>
              <a:spcBef>
                <a:spcPts val="1000"/>
              </a:spcBef>
              <a:defRPr cap="all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7654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F6510-D603-481E-B685-9095150A28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43757-ABC3-44BF-87D3-5E323E9B00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79566-C1F8-443D-A135-C6688984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5CF363-F733-460B-9E71-BF70442AC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B0FA47-58F4-4B95-AD52-4EFE7977A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4937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4411E-20EA-4627-8A68-17038DCE1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4E5B2-1EB9-4222-8FAB-65BDC9A9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97C18-82B5-4EB5-9010-63FFB7F531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32AD86-1F8B-4DE6-9736-793E17817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0A3B3-8B02-4D8B-A982-7C7CA03A9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9C9CBB-7187-447C-9F33-04CFDCD0B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925D6D-4906-4DAB-B1BA-9436026FE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975A10-62C2-4D29-B192-A142562FE0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B58235-2C90-48E1-8A68-7413F78398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CAF9B-D406-4E4F-B804-AF188F6518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7/14/20XX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E5FF7C-B4CA-48C1-B1A5-2AA329D34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Pitch deck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AABB43-2086-4CDB-B2A4-E51E7D83C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7/14/20XX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Pitch deck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85" r:id="rId4"/>
    <p:sldLayoutId id="2147483650" r:id="rId5"/>
    <p:sldLayoutId id="2147483669" r:id="rId6"/>
    <p:sldLayoutId id="2147483651" r:id="rId7"/>
    <p:sldLayoutId id="2147483671" r:id="rId8"/>
    <p:sldLayoutId id="2147483683" r:id="rId9"/>
    <p:sldLayoutId id="2147483687" r:id="rId10"/>
    <p:sldLayoutId id="2147483672" r:id="rId11"/>
    <p:sldLayoutId id="2147483680" r:id="rId12"/>
    <p:sldLayoutId id="2147483678" r:id="rId13"/>
    <p:sldLayoutId id="2147483653" r:id="rId14"/>
    <p:sldLayoutId id="2147483677" r:id="rId15"/>
    <p:sldLayoutId id="2147483673" r:id="rId16"/>
    <p:sldLayoutId id="2147483654" r:id="rId17"/>
    <p:sldLayoutId id="2147483674" r:id="rId18"/>
    <p:sldLayoutId id="2147483675" r:id="rId19"/>
    <p:sldLayoutId id="2147483676" r:id="rId20"/>
    <p:sldLayoutId id="2147483668" r:id="rId21"/>
    <p:sldLayoutId id="2147483652" r:id="rId22"/>
    <p:sldLayoutId id="2147483656" r:id="rId23"/>
    <p:sldLayoutId id="2147483657" r:id="rId2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136" userDrawn="1">
          <p15:clr>
            <a:srgbClr val="5ACBF0"/>
          </p15:clr>
        </p15:guide>
        <p15:guide id="2" pos="2568" userDrawn="1">
          <p15:clr>
            <a:srgbClr val="5ACBF0"/>
          </p15:clr>
        </p15:guide>
        <p15:guide id="3" pos="5760" userDrawn="1">
          <p15:clr>
            <a:srgbClr val="F26B43"/>
          </p15:clr>
        </p15:guide>
        <p15:guide id="4" pos="1920" userDrawn="1">
          <p15:clr>
            <a:srgbClr val="F26B43"/>
          </p15:clr>
        </p15:guide>
        <p15:guide id="5" pos="3840" userDrawn="1">
          <p15:clr>
            <a:srgbClr val="F26B43"/>
          </p15:clr>
        </p15:guide>
        <p15:guide id="6" pos="576" userDrawn="1">
          <p15:clr>
            <a:srgbClr val="000000"/>
          </p15:clr>
        </p15:guide>
        <p15:guide id="7" pos="7104" userDrawn="1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crystal0688@gmail.com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Red rental bikes in rack">
            <a:extLst>
              <a:ext uri="{FF2B5EF4-FFF2-40B4-BE49-F238E27FC236}">
                <a16:creationId xmlns:a16="http://schemas.microsoft.com/office/drawing/2014/main" id="{96D6DE01-D902-4482-9C44-25411826C9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/>
          <a:srcRect r="25"/>
          <a:stretch>
            <a:fillRect/>
          </a:stretch>
        </p:blipFill>
        <p:spPr>
          <a:xfrm>
            <a:off x="1524" y="10"/>
            <a:ext cx="12188952" cy="6857990"/>
          </a:xfrm>
          <a:noFill/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9C522CE7-8601-4799-A188-72F4C128D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4636008"/>
            <a:ext cx="9144000" cy="1107959"/>
          </a:xfrm>
        </p:spPr>
        <p:txBody>
          <a:bodyPr anchor="b">
            <a:normAutofit/>
          </a:bodyPr>
          <a:lstStyle/>
          <a:p>
            <a:r>
              <a:rPr lang="en-US" sz="3300" dirty="0"/>
              <a:t>How do annual members and casual riders use </a:t>
            </a:r>
            <a:r>
              <a:rPr lang="en-US" sz="3300" dirty="0" err="1"/>
              <a:t>Cyclistic</a:t>
            </a:r>
            <a:r>
              <a:rPr lang="en-US" sz="3300" dirty="0"/>
              <a:t> bikes differently?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95A575-4944-44FE-8343-886F3F62894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1248" y="5742432"/>
            <a:ext cx="7953375" cy="457200"/>
          </a:xfrm>
        </p:spPr>
        <p:txBody>
          <a:bodyPr>
            <a:normAutofit/>
          </a:bodyPr>
          <a:lstStyle/>
          <a:p>
            <a:r>
              <a:rPr lang="en-US" dirty="0"/>
              <a:t>Crystal Aguilar</a:t>
            </a:r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Woman standing behind a line of bicycles">
            <a:extLst>
              <a:ext uri="{FF2B5EF4-FFF2-40B4-BE49-F238E27FC236}">
                <a16:creationId xmlns:a16="http://schemas.microsoft.com/office/drawing/2014/main" id="{580459A6-74F1-49C9-B51B-9878E21EB18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/>
          <a:stretch/>
        </p:blipFill>
        <p:spPr>
          <a:xfrm>
            <a:off x="230187" y="0"/>
            <a:ext cx="11961813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19F29B-F233-48AF-8261-F33A4E079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417955"/>
            <a:ext cx="4297680" cy="914400"/>
          </a:xfrm>
        </p:spPr>
        <p:txBody>
          <a:bodyPr anchor="b" anchorCtr="0"/>
          <a:lstStyle/>
          <a:p>
            <a:r>
              <a:rPr lang="en-ZA">
                <a:solidFill>
                  <a:schemeClr val="bg1"/>
                </a:solidFill>
              </a:rPr>
              <a:t>Business Task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E3EA69-4E0E-41BD-8095-A124225A2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60955"/>
            <a:ext cx="3906079" cy="2286000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>
              <a:lnSpc>
                <a:spcPct val="100000"/>
              </a:lnSpc>
            </a:pPr>
            <a:r>
              <a:rPr lang="en-US" sz="3200">
                <a:solidFill>
                  <a:schemeClr val="bg1"/>
                </a:solidFill>
              </a:rPr>
              <a:t>Analyze data to draw conclusions on how annual members and casual riders use Cyclistic bikes differently?</a:t>
            </a:r>
            <a:endParaRPr lang="en-US" sz="3200" dirty="0">
              <a:solidFill>
                <a:schemeClr val="bg1"/>
              </a:solidFill>
            </a:endParaRPr>
          </a:p>
        </p:txBody>
      </p:sp>
      <p:sp>
        <p:nvSpPr>
          <p:cNvPr id="32" name="Date Placeholder 31">
            <a:extLst>
              <a:ext uri="{FF2B5EF4-FFF2-40B4-BE49-F238E27FC236}">
                <a16:creationId xmlns:a16="http://schemas.microsoft.com/office/drawing/2014/main" id="{749385CE-DFA8-4194-94B1-676D8377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/>
              <a:t>09/30/2026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19B51A1E-902D-48AF-9020-955120F399B6}" type="slidenum">
              <a:rPr lang="en-ZA" smtClean="0"/>
              <a:pPr/>
              <a:t>2</a:t>
            </a:fld>
            <a:endParaRPr lang="en-ZA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057CCB72-3874-46DE-9CF8-8C39DE3D264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4233" y="0"/>
            <a:ext cx="1737360" cy="6858000"/>
          </a:xfrm>
        </p:spPr>
        <p:txBody>
          <a:bodyPr/>
          <a:lstStyle/>
          <a:p>
            <a:r>
              <a:rPr lang="en-US" dirty="0"/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831733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lose-up of bike gears on wheel">
            <a:extLst>
              <a:ext uri="{FF2B5EF4-FFF2-40B4-BE49-F238E27FC236}">
                <a16:creationId xmlns:a16="http://schemas.microsoft.com/office/drawing/2014/main" id="{B1240E7A-9EE3-4AD7-AC70-53A1C0C7D524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2284" r="-1" b="3425"/>
          <a:stretch>
            <a:fillRect/>
          </a:stretch>
        </p:blipFill>
        <p:spPr>
          <a:xfrm>
            <a:off x="1524" y="10"/>
            <a:ext cx="12188952" cy="6857990"/>
          </a:xfrm>
          <a:noFill/>
        </p:spPr>
      </p:pic>
      <p:sp>
        <p:nvSpPr>
          <p:cNvPr id="152" name="Text Placeholder 151">
            <a:extLst>
              <a:ext uri="{FF2B5EF4-FFF2-40B4-BE49-F238E27FC236}">
                <a16:creationId xmlns:a16="http://schemas.microsoft.com/office/drawing/2014/main" id="{3C4F874E-995C-4034-ACF3-1F09DDFD1EF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048000" y="1690688"/>
            <a:ext cx="9144000" cy="3886200"/>
          </a:xfrm>
        </p:spPr>
        <p:txBody>
          <a:bodyPr anchor="b">
            <a:normAutofit/>
          </a:bodyPr>
          <a:lstStyle/>
          <a:p>
            <a:r>
              <a:rPr lang="en-US" dirty="0"/>
              <a:t>WHY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708C79-A4AC-4B5D-92DF-600737E4D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3280" y="365125"/>
            <a:ext cx="789432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WHY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178A14-FF95-463C-89E7-D71BB431E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392488" y="2686050"/>
            <a:ext cx="3657600" cy="2743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The data has been made available by Motivate International Inc. under this license</a:t>
            </a:r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DEF3428C-82C8-426A-8AA5-06D4123935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629525" y="1919288"/>
            <a:ext cx="3657600" cy="640080"/>
          </a:xfrm>
        </p:spPr>
        <p:txBody>
          <a:bodyPr anchor="b">
            <a:normAutofit/>
          </a:bodyPr>
          <a:lstStyle/>
          <a:p>
            <a:r>
              <a:rPr lang="en-US" dirty="0"/>
              <a:t>Data referencing</a:t>
            </a:r>
          </a:p>
        </p:txBody>
      </p:sp>
      <p:sp>
        <p:nvSpPr>
          <p:cNvPr id="44" name="Text Placeholder 43">
            <a:extLst>
              <a:ext uri="{FF2B5EF4-FFF2-40B4-BE49-F238E27FC236}">
                <a16:creationId xmlns:a16="http://schemas.microsoft.com/office/drawing/2014/main" id="{980B2038-1B53-491E-BC2F-148E99EFD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629525" y="2686050"/>
            <a:ext cx="3657600" cy="2743200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We are analyzing data to see how differently members and casual users use the bikes in different seasons.</a:t>
            </a:r>
          </a:p>
        </p:txBody>
      </p:sp>
      <p:sp>
        <p:nvSpPr>
          <p:cNvPr id="149" name="Date Placeholder 148">
            <a:extLst>
              <a:ext uri="{FF2B5EF4-FFF2-40B4-BE49-F238E27FC236}">
                <a16:creationId xmlns:a16="http://schemas.microsoft.com/office/drawing/2014/main" id="{9598B89F-8751-4A36-9936-166C165858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09/30/2026</a:t>
            </a:r>
            <a:endParaRPr lang="en-US"/>
          </a:p>
        </p:txBody>
      </p:sp>
      <p:sp>
        <p:nvSpPr>
          <p:cNvPr id="157" name="Footer Placeholder 8">
            <a:extLst>
              <a:ext uri="{FF2B5EF4-FFF2-40B4-BE49-F238E27FC236}">
                <a16:creationId xmlns:a16="http://schemas.microsoft.com/office/drawing/2014/main" id="{67715DF5-4B1C-75CC-02BE-44E00496D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Pitch deck title</a:t>
            </a:r>
          </a:p>
        </p:txBody>
      </p:sp>
      <p:sp>
        <p:nvSpPr>
          <p:cNvPr id="159" name="Slide Number Placeholder 9">
            <a:extLst>
              <a:ext uri="{FF2B5EF4-FFF2-40B4-BE49-F238E27FC236}">
                <a16:creationId xmlns:a16="http://schemas.microsoft.com/office/drawing/2014/main" id="{0DB133C8-DF03-A841-0AA9-958476E77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36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32F765DF-EED6-463B-813A-9D13C1F8490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11456" r="1" b="1"/>
          <a:stretch>
            <a:fillRect/>
          </a:stretch>
        </p:blipFill>
        <p:spPr>
          <a:xfrm>
            <a:off x="230124" y="0"/>
            <a:ext cx="11961876" cy="6857990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031FE9-9059-4FE8-B4AC-9771F23A1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2450595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22E606CE-91D4-DC68-29BC-57ECD38F6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4235" y="136525"/>
            <a:ext cx="3162299" cy="925788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Blue = Casual riders</a:t>
            </a:r>
          </a:p>
          <a:p>
            <a:pPr>
              <a:spcAft>
                <a:spcPts val="600"/>
              </a:spcAft>
            </a:pPr>
            <a:r>
              <a:rPr lang="en-US" dirty="0"/>
              <a:t>Green = Member riders</a:t>
            </a:r>
          </a:p>
        </p:txBody>
      </p:sp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9726F8A6-61E7-497C-B12F-6E9E2C0564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09/30/2026</a:t>
            </a:r>
            <a:endParaRPr lang="en-US"/>
          </a:p>
        </p:txBody>
      </p:sp>
      <p:sp>
        <p:nvSpPr>
          <p:cNvPr id="57" name="Footer Placeholder 5">
            <a:extLst>
              <a:ext uri="{FF2B5EF4-FFF2-40B4-BE49-F238E27FC236}">
                <a16:creationId xmlns:a16="http://schemas.microsoft.com/office/drawing/2014/main" id="{26FED701-398A-054F-EC61-EC376763C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Pitch deck title</a:t>
            </a:r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BD1651FB-5427-4C2E-968C-077A5FCB9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3DDEB93-8628-4CD2-969D-1108E86844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670908" y="878167"/>
            <a:ext cx="5670804" cy="2962789"/>
          </a:xfrm>
        </p:spPr>
        <p:txBody>
          <a:bodyPr>
            <a:normAutofit lnSpcReduction="10000"/>
          </a:bodyPr>
          <a:lstStyle/>
          <a:p>
            <a:pPr marL="457200" indent="-4572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Our results turned out that members use the bicycles more than casual riders. </a:t>
            </a:r>
          </a:p>
          <a:p>
            <a:pPr marL="457200" indent="-457200" algn="l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Ridership goes down in the winter months from Dec – Feb and total ridership has the best ridership during summer months.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191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" name="Picture Placeholder 51" descr="photo of building column&#10;">
            <a:extLst>
              <a:ext uri="{FF2B5EF4-FFF2-40B4-BE49-F238E27FC236}">
                <a16:creationId xmlns:a16="http://schemas.microsoft.com/office/drawing/2014/main" id="{FB984F8E-E35E-4C11-86D8-AC8E1328E9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8" b="58"/>
          <a:stretch/>
        </p:blipFill>
        <p:spPr>
          <a:xfrm>
            <a:off x="458724" y="481369"/>
            <a:ext cx="11274552" cy="2743200"/>
          </a:xfrm>
        </p:spPr>
      </p:pic>
      <p:sp>
        <p:nvSpPr>
          <p:cNvPr id="34" name="Title 33">
            <a:extLst>
              <a:ext uri="{FF2B5EF4-FFF2-40B4-BE49-F238E27FC236}">
                <a16:creationId xmlns:a16="http://schemas.microsoft.com/office/drawing/2014/main" id="{17B7CBFC-65A2-4AB4-BE48-C580D13CA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592386"/>
            <a:ext cx="4572000" cy="1325563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53" name="Date Placeholder 52">
            <a:extLst>
              <a:ext uri="{FF2B5EF4-FFF2-40B4-BE49-F238E27FC236}">
                <a16:creationId xmlns:a16="http://schemas.microsoft.com/office/drawing/2014/main" id="{7E54F570-0C8E-43F9-A9E7-7E32C629CD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r>
              <a:rPr lang="en-US" dirty="0"/>
              <a:t>09/30/2026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D2B40CBE-DEC8-4A9F-AF68-3DABE42C7EE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89391" y="3546349"/>
            <a:ext cx="5248656" cy="192024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800" dirty="0"/>
              <a:t>Members use the bicycles more than casual members and total ridership use goes down in the winter months.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C8FA207-53D3-4237-A057-8F03251DDE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239512" y="5503164"/>
            <a:ext cx="6958584" cy="1371600"/>
          </a:xfrm>
        </p:spPr>
        <p:txBody>
          <a:bodyPr/>
          <a:lstStyle/>
          <a:p>
            <a:r>
              <a:rPr lang="en-US" dirty="0"/>
              <a:t>summary</a:t>
            </a:r>
          </a:p>
        </p:txBody>
      </p:sp>
    </p:spTree>
    <p:extLst>
      <p:ext uri="{BB962C8B-B14F-4D97-AF65-F5344CB8AC3E}">
        <p14:creationId xmlns:p14="http://schemas.microsoft.com/office/powerpoint/2010/main" val="1839708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Vintage movie ending frame">
            <a:extLst>
              <a:ext uri="{FF2B5EF4-FFF2-40B4-BE49-F238E27FC236}">
                <a16:creationId xmlns:a16="http://schemas.microsoft.com/office/drawing/2014/main" id="{7EA54CDC-A10B-4928-83AD-8A873A126AF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6151" r="1" b="20348"/>
          <a:stretch>
            <a:fillRect/>
          </a:stretch>
        </p:blipFill>
        <p:spPr>
          <a:xfrm>
            <a:off x="228600" y="10"/>
            <a:ext cx="11961876" cy="6857990"/>
          </a:xfrm>
          <a:noFill/>
        </p:spPr>
      </p:pic>
      <p:sp>
        <p:nvSpPr>
          <p:cNvPr id="28" name="Title 27">
            <a:extLst>
              <a:ext uri="{FF2B5EF4-FFF2-40B4-BE49-F238E27FC236}">
                <a16:creationId xmlns:a16="http://schemas.microsoft.com/office/drawing/2014/main" id="{0648DE95-334E-46CE-B3A6-AEEB61BA1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8" y="365760"/>
            <a:ext cx="6400800" cy="1325563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80E486CF-8877-4DB4-98D3-2CD9F1CB3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1" y="2000292"/>
            <a:ext cx="3162299" cy="3409907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Crystal Aguilar</a:t>
            </a: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rgbClr val="0563C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crystal0688@gmail</a:t>
            </a:r>
            <a:r>
              <a:rPr lang="en-US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.com</a:t>
            </a:r>
            <a:endParaRPr lang="en-US" dirty="0">
              <a:solidFill>
                <a:schemeClr val="bg1"/>
              </a:solidFill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bg1"/>
                </a:solidFill>
              </a:rPr>
              <a:t>https://github.com/blu3bloodedcod3r</a:t>
            </a:r>
          </a:p>
        </p:txBody>
      </p:sp>
      <p:sp>
        <p:nvSpPr>
          <p:cNvPr id="50" name="Date Placeholder 49">
            <a:extLst>
              <a:ext uri="{FF2B5EF4-FFF2-40B4-BE49-F238E27FC236}">
                <a16:creationId xmlns:a16="http://schemas.microsoft.com/office/drawing/2014/main" id="{108C1532-C197-478C-AFA8-3EACE6CE5E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7/14/20XX</a:t>
            </a:r>
            <a:endParaRPr lang="en-US"/>
          </a:p>
        </p:txBody>
      </p:sp>
      <p:sp>
        <p:nvSpPr>
          <p:cNvPr id="51" name="Footer Placeholder 50">
            <a:extLst>
              <a:ext uri="{FF2B5EF4-FFF2-40B4-BE49-F238E27FC236}">
                <a16:creationId xmlns:a16="http://schemas.microsoft.com/office/drawing/2014/main" id="{07E67588-DFE4-40B6-B7B2-7329C1D7C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Pitch deck title</a:t>
            </a:r>
            <a:endParaRPr lang="en-US"/>
          </a:p>
        </p:txBody>
      </p:sp>
      <p:sp>
        <p:nvSpPr>
          <p:cNvPr id="52" name="Slide Number Placeholder 51">
            <a:extLst>
              <a:ext uri="{FF2B5EF4-FFF2-40B4-BE49-F238E27FC236}">
                <a16:creationId xmlns:a16="http://schemas.microsoft.com/office/drawing/2014/main" id="{FFBA0FCD-5060-4B39-B311-BE2FE37C8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6819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8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24873"/>
      </a:accent1>
      <a:accent2>
        <a:srgbClr val="03658C"/>
      </a:accent2>
      <a:accent3>
        <a:srgbClr val="0388A6"/>
      </a:accent3>
      <a:accent4>
        <a:srgbClr val="04ADBF"/>
      </a:accent4>
      <a:accent5>
        <a:srgbClr val="5B9BD5"/>
      </a:accent5>
      <a:accent6>
        <a:srgbClr val="04D9D9"/>
      </a:accent6>
      <a:hlink>
        <a:srgbClr val="0563C1"/>
      </a:hlink>
      <a:folHlink>
        <a:srgbClr val="954F72"/>
      </a:folHlink>
    </a:clrScheme>
    <a:fontScheme name="Custom 118">
      <a:majorFont>
        <a:latin typeface="Selawik Semibold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ial pitch deck_Win32_JB_v2.potx" id="{20737546-06B0-4BD7-AC56-F403EF86C0E3}" vid="{1EA85B44-1A53-4BBB-B1B2-A9A21AB62E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1" ma:contentTypeDescription="Create a new document." ma:contentTypeScope="" ma:versionID="64dfb1555687e0874b4304b796b5b0c7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e6e4c555b5e194d05b7203de9c4567b3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84AF623-4A95-4652-AF18-74D461A966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FC5A798-286F-493A-A004-3C6C2A6B8B9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BAD7039-4680-4956-9542-B83D9E6314E4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{7F96A61C-1C42-4B4A-BCDE-BEDAD4F583FE}TF76bfe6bd-a272-44a9-ad3e-da6a599998506a279e03_win32-cff128656382</Template>
  <TotalTime>53</TotalTime>
  <Words>172</Words>
  <Application>Microsoft Office PowerPoint</Application>
  <PresentationFormat>Widescreen</PresentationFormat>
  <Paragraphs>35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Selawik Semibold</vt:lpstr>
      <vt:lpstr>Source Sans Pro</vt:lpstr>
      <vt:lpstr>Source Sans Pro ExtraLight</vt:lpstr>
      <vt:lpstr>Office Theme</vt:lpstr>
      <vt:lpstr>How do annual members and casual riders use Cyclistic bikes differently?</vt:lpstr>
      <vt:lpstr>Business Task</vt:lpstr>
      <vt:lpstr>WHY</vt:lpstr>
      <vt:lpstr>RESULTS</vt:lpstr>
      <vt:lpstr>SUMMARY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Crystal Aguilar</dc:creator>
  <cp:lastModifiedBy>Crystal Aguilar</cp:lastModifiedBy>
  <cp:revision>1</cp:revision>
  <dcterms:created xsi:type="dcterms:W3CDTF">2026-10-01T00:55:30Z</dcterms:created>
  <dcterms:modified xsi:type="dcterms:W3CDTF">2026-10-01T01:50:58Z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